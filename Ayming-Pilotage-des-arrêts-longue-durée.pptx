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hyperlink" Target="https://ayming-france.github.io/declarer-un-accident-du-travail/" TargetMode="External"/><Relationship Id="rId4" Type="http://schemas.openxmlformats.org/officeDocument/2006/relationships/hyperlink" Target="https://ayming-france.github.io/collecte-et-traitement-des-arrets/" TargetMode="External"/><Relationship Id="rId5" Type="http://schemas.openxmlformats.org/officeDocument/2006/relationships/hyperlink" Target="https://www.ayming.fr/ressources-humaines/couts-rh/cotisations-at-mp/?utm_source=slides-sales&amp;utm_medium=print&amp;utm_campaign=arrets-longue-duree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hyperlink" Target="https://www.ayming.fr/temoignages-clients/stef-ameliore-pilotage-arret-travail-et-risques-professionnels/?utm_source=slides-sales&amp;utm_medium=print&amp;utm_campaign=arrets-longue-duree&amp;utm_content=testimonial" TargetMode="External"/><Relationship Id="rId4" Type="http://schemas.openxmlformats.org/officeDocument/2006/relationships/hyperlink" Target="https://www.ayming.fr/temoignages-clients/pilotage-de-la-longueur-des-arrets-de-travail-par-nicollin/?utm_source=slides-sales&amp;utm_medium=print&amp;utm_campaign=arrets-longue-duree&amp;utm_content=testimonial" TargetMode="External"/><Relationship Id="rId5" Type="http://schemas.openxmlformats.org/officeDocument/2006/relationships/hyperlink" Target="https://www.ayming.fr/temoignages-clients/guerbet-repense-son-processus-de-gestion-de-labsence/?utm_source=slides-sales&amp;utm_medium=print&amp;utm_campaign=arrets-longue-duree&amp;utm_content=testimonial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1409664" y="2007938"/>
            <a:ext cx="3047923" cy="338292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>
            <a:hlinkClick r:id="rId4"/>
          </p:cNvPr>
          <p:cNvSpPr/>
          <p:nvPr/>
        </p:nvSpPr>
        <p:spPr>
          <a:xfrm>
            <a:off x="4762380" y="2007938"/>
            <a:ext cx="3047923" cy="338292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>
            <a:hlinkClick r:id="rId5"/>
          </p:cNvPr>
          <p:cNvSpPr/>
          <p:nvPr/>
        </p:nvSpPr>
        <p:spPr>
          <a:xfrm>
            <a:off x="8115096" y="2007938"/>
            <a:ext cx="3047923" cy="338292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1047723" y="1699128"/>
            <a:ext cx="3238418" cy="400039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>
            <a:hlinkClick r:id="rId4"/>
          </p:cNvPr>
          <p:cNvSpPr/>
          <p:nvPr/>
        </p:nvSpPr>
        <p:spPr>
          <a:xfrm>
            <a:off x="4667133" y="1699128"/>
            <a:ext cx="3238418" cy="400039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>
            <a:hlinkClick r:id="rId5"/>
          </p:cNvPr>
          <p:cNvSpPr/>
          <p:nvPr/>
        </p:nvSpPr>
        <p:spPr>
          <a:xfrm>
            <a:off x="8286542" y="1699128"/>
            <a:ext cx="3238418" cy="400039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