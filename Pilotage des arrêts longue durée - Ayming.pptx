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hyperlink" Target="https://ayming-france.github.io/declarer-un-accident-du-travail/" TargetMode="External"/><Relationship Id="rId4" Type="http://schemas.openxmlformats.org/officeDocument/2006/relationships/hyperlink" Target="https://ayming-france.github.io/collecte-et-traitement-des-arrets/" TargetMode="External"/><Relationship Id="rId5" Type="http://schemas.openxmlformats.org/officeDocument/2006/relationships/hyperlink" Target="https://www.ayming.fr/ressources-humaines/couts-rh/cotisations-at-mp/?utm_source=slides-sales&amp;utm_medium=print&amp;utm_campaign=arrets-longue-duree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hyperlink" Target="https://www.ayming.fr/temoignages-clients/stef-ameliore-pilotage-arret-travail-et-risques-professionnels/?utm_source=slides-sales&amp;utm_medium=print&amp;utm_campaign=arrets-longue-duree&amp;utm_content=testimonial" TargetMode="External"/><Relationship Id="rId4" Type="http://schemas.openxmlformats.org/officeDocument/2006/relationships/hyperlink" Target="https://www.ayming.fr/temoignages-clients/pilotage-de-la-longueur-des-arrets-de-travail-par-nicollin/?utm_source=slides-sales&amp;utm_medium=print&amp;utm_campaign=arrets-longue-duree&amp;utm_content=testimonial" TargetMode="External"/><Relationship Id="rId5" Type="http://schemas.openxmlformats.org/officeDocument/2006/relationships/hyperlink" Target="https://www.ayming.fr/temoignages-clients/guerbet-repense-son-processus-de-gestion-de-labsence/?utm_source=slides-sales&amp;utm_medium=print&amp;utm_campaign=arrets-longue-duree&amp;utm_content=testimonia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661834" y="1870578"/>
            <a:ext cx="3396257" cy="37695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397718" y="1870578"/>
            <a:ext cx="3396257" cy="37695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133602" y="1870578"/>
            <a:ext cx="3396257" cy="37695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58529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291585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324641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